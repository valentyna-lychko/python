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Number of Unique Products, Brands, Categories, and Types</a:t>
            </a:r>
          </a:p>
        </p:txBody>
      </p:sp>
      <p:pic>
        <p:nvPicPr>
          <p:cNvPr id="3" name="Picture 2" descr="1_Number_of_unique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4897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barh (horizontal bar chart).</a:t>
            </a:r>
          </a:p>
          <a:p>
            <a:pPr>
              <a:defRPr sz="1800"/>
            </a:pPr>
            <a:r>
              <a:t>• Displayed: Number of unique values for each data category.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Number of Brands and Products by Categories</a:t>
            </a:r>
          </a:p>
        </p:txBody>
      </p:sp>
      <p:pic>
        <p:nvPicPr>
          <p:cNvPr id="3" name="Picture 2" descr="2_Number_brands_products_category_produc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53732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barh (horizontal bars).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Brand — Number of unique brands (on the left).</a:t>
            </a:r>
          </a:p>
          <a:p>
            <a:pPr>
              <a:defRPr sz="1800"/>
            </a:pPr>
            <a:r>
              <a:t>– Name — Number of unique products (on the right) for each combination of category and product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Price Analysis</a:t>
            </a:r>
          </a:p>
        </p:txBody>
      </p:sp>
      <p:pic>
        <p:nvPicPr>
          <p:cNvPr id="3" name="Picture 2" descr="3_4_5_6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7093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bar, pie, boxplot, scatter.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Bar chart: Number of items by price categories.</a:t>
            </a:r>
          </a:p>
          <a:p>
            <a:pPr>
              <a:defRPr sz="1800"/>
            </a:pPr>
            <a:r>
              <a:t>– Pie chart: Percentage share of each price category.</a:t>
            </a:r>
          </a:p>
          <a:p>
            <a:pPr>
              <a:defRPr sz="1800"/>
            </a:pPr>
            <a:r>
              <a:t>– Boxplot: Minimum, maximum, median price, quartiles.</a:t>
            </a:r>
          </a:p>
          <a:p>
            <a:pPr>
              <a:defRPr sz="1800"/>
            </a:pPr>
            <a:r>
              <a:t>– Scatter plot: Dependency between price and rating.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Product Ratings</a:t>
            </a:r>
          </a:p>
        </p:txBody>
      </p:sp>
      <p:pic>
        <p:nvPicPr>
          <p:cNvPr id="3" name="Picture 2" descr="7_8_9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2973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kdeplot (density estimation), pie, bar.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Distribution of rating values.</a:t>
            </a:r>
          </a:p>
          <a:p>
            <a:pPr>
              <a:defRPr sz="1800"/>
            </a:pPr>
            <a:r>
              <a:t>– Share of items with and without ratings.</a:t>
            </a:r>
          </a:p>
          <a:p>
            <a:pPr>
              <a:defRPr sz="1800"/>
            </a:pPr>
            <a:r>
              <a:t>– Count of types, categories, and brands with ratings.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Product Type Analysis</a:t>
            </a:r>
          </a:p>
        </p:txBody>
      </p:sp>
      <p:pic>
        <p:nvPicPr>
          <p:cNvPr id="3" name="Picture 2" descr="10_Produc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45346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bar (bars), line (lines).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Number of products for each type.</a:t>
            </a:r>
          </a:p>
          <a:p>
            <a:pPr>
              <a:defRPr sz="1800"/>
            </a:pPr>
            <a:r>
              <a:t>– Average rating and price by product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Product Categories</a:t>
            </a:r>
          </a:p>
        </p:txBody>
      </p:sp>
      <p:pic>
        <p:nvPicPr>
          <p:cNvPr id="3" name="Picture 2" descr="11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3959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bar (bars), line (lines).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Number of products.</a:t>
            </a:r>
          </a:p>
          <a:p>
            <a:pPr>
              <a:defRPr sz="1800"/>
            </a:pPr>
            <a:r>
              <a:t>– Average rating and price by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Connections Between Product Types and Categories</a:t>
            </a:r>
          </a:p>
        </p:txBody>
      </p:sp>
      <p:pic>
        <p:nvPicPr>
          <p:cNvPr id="3" name="Picture 2" descr="12_Product_Types_and_Categories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234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Sankey Diagram.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Relationships between product types and categories.</a:t>
            </a:r>
          </a:p>
          <a:p>
            <a:pPr>
              <a:defRPr sz="1800"/>
            </a:pPr>
            <a:r>
              <a:t>– Distribution of products between types and categories represented by line widths.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Brands by Categories and Product Types</a:t>
            </a:r>
          </a:p>
        </p:txBody>
      </p:sp>
      <p:pic>
        <p:nvPicPr>
          <p:cNvPr id="3" name="Picture 2" descr="13_Brands_Categories_Product_Type_Ratings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400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Treemap.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Hierarchical structure of brands in categories.</a:t>
            </a:r>
          </a:p>
          <a:p>
            <a:pPr>
              <a:defRPr sz="1800"/>
            </a:pPr>
            <a:r>
              <a:t>– Rating indicated by a color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Overview of All Brands</a:t>
            </a:r>
          </a:p>
        </p:txBody>
      </p:sp>
      <p:pic>
        <p:nvPicPr>
          <p:cNvPr id="3" name="Picture 2" descr="14_All_b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56850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bar, line.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Number of products for each brand.</a:t>
            </a:r>
          </a:p>
          <a:p>
            <a:pPr>
              <a:defRPr sz="1800"/>
            </a:pPr>
            <a:r>
              <a:t>– Average rating and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Top 20 Brands</a:t>
            </a:r>
          </a:p>
        </p:txBody>
      </p:sp>
      <p:pic>
        <p:nvPicPr>
          <p:cNvPr id="3" name="Picture 2" descr="15_16_Top_Brands_in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42697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donut chart, pie chart.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Share of products offered by the top 20 brands.</a:t>
            </a:r>
          </a:p>
          <a:p>
            <a:pPr>
              <a:defRPr sz="1800"/>
            </a:pPr>
            <a:r>
              <a:t>– Count of categories, product types, and their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Analysis of Top 20 Brands</a:t>
            </a:r>
          </a:p>
        </p:txBody>
      </p:sp>
      <p:pic>
        <p:nvPicPr>
          <p:cNvPr id="3" name="Picture 2" descr="17_Top_Brand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0567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types: bar, line.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Number of products, ratings, and average price per brand.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Top Brands Prices</a:t>
            </a:r>
          </a:p>
        </p:txBody>
      </p:sp>
      <p:pic>
        <p:nvPicPr>
          <p:cNvPr id="3" name="Picture 2" descr="18_Top_Brands_Price_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061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boxplot.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Price distribution for each brand, including minimum, maximum, median.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Price Distribution Among Products</a:t>
            </a:r>
          </a:p>
        </p:txBody>
      </p:sp>
      <p:pic>
        <p:nvPicPr>
          <p:cNvPr id="3" name="Picture 2" descr="19_Top_Brands_Price_Categ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812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stacked bar.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Representation of brands across different price categories.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/>
            </a:pPr>
            <a:r>
              <a:t>Product Distribution Across Categories and Types Among Top 20 Brands</a:t>
            </a:r>
          </a:p>
        </p:txBody>
      </p:sp>
      <p:pic>
        <p:nvPicPr>
          <p:cNvPr id="3" name="Picture 2" descr="20_Top_Brands_Across_Category_Produ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9144000" cy="640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0" y="1097280"/>
            <a:ext cx="411480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/>
            </a:pPr>
            <a:r>
              <a:t>• Chart type: heatmap.</a:t>
            </a:r>
          </a:p>
          <a:p>
            <a:pPr>
              <a:defRPr sz="1800"/>
            </a:pPr>
            <a:r>
              <a:t>• Displayed:</a:t>
            </a:r>
          </a:p>
          <a:p>
            <a:pPr>
              <a:defRPr sz="1800"/>
            </a:pPr>
            <a:r>
              <a:t>– Count distribution of category-product types among top 20 brands.</a:t>
            </a:r>
          </a:p>
          <a:p>
            <a:pPr>
              <a:defRPr sz="1800"/>
            </a:pPr>
            <a:r>
              <a:t>– The chart highlights which brands actively operate across different category-product types and their relationships.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